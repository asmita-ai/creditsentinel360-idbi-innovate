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37947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CreditSentinel — [Your Team Name Here]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Here]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4 — Default Prediction Model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about the idea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CreditSentinel 360 is a unified, 12-month forward-looking default prediction and early-warning platform for IDBI Bank. It replaces fragmented, structured-data-only scorecards (16-22% accuracy) with a single segment-aware AI engine that fuses structured banking/bureau data with unstructured signals — GST filings, transaction narrations, and news/sector sentiment — to estimate Probability of Default (PD) up to 12 months in advance across Retail, MSME, Corporate and Agri portfolios.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loan, regardless of type, is translated into one common language: a Sentinel Risk Score (0-1000) and Risk Grade (AAA to D).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teams get a consistent, comparable, and explainable view of portfolio stress — 12 months before it becomes an NPA.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plug directly into IDBI Bank's sandbox APIs, synthetic datasets, and core banking/bureau feeds.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different is it from other existing ideas?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existing default models are structured-data-only and fragmented across loan types — separate retail scorecards, separate MSME rules, no common scale.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CreditSentinel 360 unifies structured + unstructured (NLP-derived) signals into ONE segment-aware model with a common interpretation layer.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it solve the problem?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12-month PD instead of reactive/lagging DPD-based flags — enables pre-emptive action.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engine extracts stress signals from GST remarks, transaction narrations and news — catching risk structured data misses.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probability + explainability ensures scores are trustworthy and auditable for credit committees.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25780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of the proposed solution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score, one grade, one explanation format — usable across Retail, MSME, Corporate and Agri books alike.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1127455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Forward Default Prediction — Probability of Default (PD) estimated a full year ahead, not just current delinquency status.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+ Unstructured Fusion — bureau/EMI/DPD/financial ratios combined with NLP-derived signals from GST filings, transaction narrations and news/sector sentiment.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Segment-Aware Modeling — a single model conditioned on loan type &amp; borrower segment, avoiding both one-size-fits-all bias and fragmented, hard-to-maintain silo models.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Interpretation Framework — every loan gets a Sentinel Risk Score (0-1000) and Risk Grade (AAA-D), directly comparable across loan types.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Layer — top plain-language risk drivers per account, so credit teams see why, not just what.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Watchlist &amp; Alerts — automatically flags accounts crossing risk thresholds for proactive RM/credit-team action.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Design — scoring engine callable from Loan Origination and Monitoring systems, ready for sandbox integration.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diagram / Use-case diagram</a:t>
            </a:r>
            <a:endParaRPr lang="en-US" sz="2600" dirty="0"/>
          </a:p>
        </p:txBody>
      </p:sp>
      <p:pic>
        <p:nvPicPr>
          <p:cNvPr id="3" name="Image 0" descr="/home/claude/idbi-default-predictor/diagrams/process_flo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0" y="1417320"/>
            <a:ext cx="85039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/ Mock diagrams of the proposed solution</a:t>
            </a:r>
            <a:endParaRPr lang="en-US" sz="2600" dirty="0"/>
          </a:p>
        </p:txBody>
      </p:sp>
      <p:pic>
        <p:nvPicPr>
          <p:cNvPr id="3" name="Image 0" descr="/home/claude/idbi-default-predictor/diagrams/dashboard_mocku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71600"/>
            <a:ext cx="11064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of the proposed solution</a:t>
            </a:r>
            <a:endParaRPr lang="en-US" sz="2600" dirty="0"/>
          </a:p>
        </p:txBody>
      </p:sp>
      <p:pic>
        <p:nvPicPr>
          <p:cNvPr id="3" name="Image 0" descr="/home/claude/idbi-default-predictor/diagrams/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41732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 in the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7F6"/>
          </a:solidFill>
          <a:ln w="12700">
            <a:solidFill>
              <a:srgbClr val="0B7A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Pandas, NumPy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(segment-aware gradient boosting)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(calibration, pipelines)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Lexicon/NLP sentiment engine for text signals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7F6"/>
          </a:solidFill>
          <a:ln w="12700">
            <a:solidFill>
              <a:srgbClr val="0B7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Serving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/ feature-importance explainability layer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scoring microservice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early-warning dashboard (prototype)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7F6"/>
          </a:solidFill>
          <a:ln w="12700">
            <a:solidFill>
              <a:srgbClr val="0B7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Platform (AWS)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2148840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 — training &amp; retraining pipeline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+ API Gateway — scoring API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 — feature store &amp; data lake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QuickSight / CloudWatch —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 (optional)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292608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Cost (INR)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 (Sandbox)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tuning on IDBI sandbox data, API integration, pilot dashboard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8 - 12 Lakh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(1-2 business units)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Production-grade deployment, monitoring, RM training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20 - 30 Lakh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Rollout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Bank-wide across Retail/MSME/Corporate/Agri, HA infra, MLOps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60 - 90 Lakh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Run-rate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infra, model retraining, monitoring &amp; compliance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15 - 20 Lakh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Indicative, phase-wise estimate — to be refined jointly with IDBI Bank based on sandbox scope, data volumes and infra choices.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</a:t>
            </a:r>
            <a:endParaRPr lang="en-US" sz="2600" dirty="0"/>
          </a:p>
        </p:txBody>
      </p:sp>
      <p:pic>
        <p:nvPicPr>
          <p:cNvPr id="3" name="Image 0" descr="/home/claude/idbi-default-predictor/diagrams/dashboard_mocku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71600"/>
            <a:ext cx="11064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Performance report / Benchmarking</a:t>
            </a:r>
            <a:endParaRPr lang="en-US" sz="2600" dirty="0"/>
          </a:p>
        </p:txBody>
      </p:sp>
      <p:pic>
        <p:nvPicPr>
          <p:cNvPr id="3" name="Image 0" descr="/home/claude/idbi-default-predictor/diagrams/feature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463040"/>
            <a:ext cx="5394960" cy="42062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577840" cy="292608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CreditSentinel 360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baseline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Default-capture recall (12m)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16 - 22%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 (rule-based)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+ Unstructured (NLP)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only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across all loan types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Fragmented per loan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66344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a held-out synthetic test portfolio (n=2,400 accounts). Threshold tuned to maximize precision at ≥90% default-capture recall — directly matching the challenge's target of raising identification accuracy from 16-22% to ~90%.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Details / Future Development (if any)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112745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live IDBI sandbox APIs and real bureau/GST feeds to replace synthetic data and retrain on actual portfolio history.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transformer-based NLP (fine-tuned embeddings) for deeper document/news understanding beyond lexicon-based sentiment.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macro-economic stress-testing scenarios (rate shocks, sector downturns) for forward PD sensitivity.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feedback loop where credit officers' outcomes retrain and continuously improve the model (human-in-the-loop MLOps).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common interpretation framework into a portfolio-level early-warning report for RBI/regulatory stress reporting.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links to your: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Public Repository:  [ADD YOUR GITHUB REPO LINK HERE]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Link (3 Minutes):  [ADD YOUR DEMO VIDEO LINK HERE]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Product Link:  [ADD YOUR DEPLOYED STREAMLIT/APP LINK HERE]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2026-07-11T16:30:04Z</dcterms:created>
  <dcterms:modified xsi:type="dcterms:W3CDTF">2026-07-11T16:30:04Z</dcterms:modified>
</cp:coreProperties>
</file>